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145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000" y="100000"/>
            <a:ext cx="467169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INFOGRAPHIC DASHBOARD GRAPHICS (VISUAL ONLY)</a:t>
            </a:r>
          </a:p>
          <a:p>
            <a:endParaRPr dirty="0"/>
          </a:p>
          <a:p>
            <a:r>
              <a:rPr dirty="0"/>
              <a:t>Objective: Expand international user registration pipelines by Q4.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000" y="278676"/>
            <a:ext cx="2981522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DATA BLOCKS:</a:t>
            </a:r>
          </a:p>
          <a:p>
            <a:r>
              <a:rPr dirty="0"/>
              <a:t>Field 1: Region NA &amp; EU</a:t>
            </a:r>
          </a:p>
          <a:p>
            <a:r>
              <a:rPr dirty="0"/>
              <a:t>Field 2: Localization Complete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22AFEB-D88E-BC09-93E6-AD3FF394F63F}"/>
              </a:ext>
            </a:extLst>
          </p:cNvPr>
          <p:cNvSpPr txBox="1"/>
          <p:nvPr/>
        </p:nvSpPr>
        <p:spPr>
          <a:xfrm>
            <a:off x="2191407" y="3108462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Field 3: 12.5M Active Nodes</a:t>
            </a:r>
          </a:p>
          <a:p>
            <a:r>
              <a:rPr lang="en-US" dirty="0"/>
              <a:t>Field 4: API Connection Stable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3B9E06-3211-A4F2-4ACC-667E1416783F}"/>
              </a:ext>
            </a:extLst>
          </p:cNvPr>
          <p:cNvSpPr txBox="1"/>
          <p:nvPr/>
        </p:nvSpPr>
        <p:spPr>
          <a:xfrm>
            <a:off x="3410607" y="503372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Field 5: Outsourced ML Model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50</Words>
  <Application>Microsoft Office PowerPoint</Application>
  <PresentationFormat>On-screen Show (4:3)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Soraya Hussain</cp:lastModifiedBy>
  <cp:revision>4</cp:revision>
  <dcterms:created xsi:type="dcterms:W3CDTF">2013-01-27T09:14:16Z</dcterms:created>
  <dcterms:modified xsi:type="dcterms:W3CDTF">2026-06-23T14:01:15Z</dcterms:modified>
  <cp:category/>
</cp:coreProperties>
</file>